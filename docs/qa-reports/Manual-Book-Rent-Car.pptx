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URBAN8 RENT-CAR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Book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Panduan Pemakaian Aplikasi + Demo Setiap Modul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 · Inertia · React 19 · Tailwind 4 · Postgres 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Use Case · 55 Test Case · 54 PASS / 1 SKIP / 0 FAIL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2026-05-24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· UML AS-BUILT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tim Engineering Urban8 · Internal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dibahas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Tentang Aplikasi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modul, dan ringkasan domain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Akun &amp; Akses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kredensial seeder, redirect dashboard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054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E2E Test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4198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case Playwright headless 1920×1080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124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Modul Customer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0782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UC-01..UC-09, UC-25 (registrasi → order → bukti)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Modul Admin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736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UC-11..UC-22, UC-27 (verifikasi, lifecycle, refund)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Modul Kasir &amp; Driver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UC-10, UC-12, UC-26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73328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733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71600" y="5687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Lampiran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6053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audit, settings, dan ringkasan UC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Tentang Aplikasi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itu Urban8 Rent-Car?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rental kendaraan + shuttle service untuk customer retail dan korporat. Mendukung pemesanan kendaraan harian/jam, layanan jemput-antar bandara/stasiun, manajemen driver, sistem refund, dan audit-log untuk seluruh transaksi.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 utama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Registrasi, katalog, pemesanan, riwayat, upload bukti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CRUD master data, verifikasi, lifecycle, laporan, refund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Console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Catat tunai, cetak kuitansi, verifikasi transfer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Portal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Lihat order assigned, status keberangkatan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554480"/>
            <a:ext cx="5120640" cy="484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0" y="2450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 · PHP 8.3 · Postgres 15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8712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31272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v3 · React 19 · TypeScript · Tailwind 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3547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38039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 + Spatie Permission (4 role)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Wayfinder typed routes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4901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5157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3 · Playwright 1920×1080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5577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5833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Nginx · Vite build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Akun &amp; Akses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yang didukung sistem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09728" cy="4114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57400"/>
            <a:ext cx="2599182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9077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customer@urban8.com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5935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4279392"/>
            <a:ext cx="21602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publik. Registrasi mandiri. Akses katalog, pemesanan, riwayat, upload bukti, cancel order pending.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03270" y="2057400"/>
            <a:ext cx="109728" cy="411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2998" y="2057400"/>
            <a:ext cx="2599182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3310" y="2240280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23310" y="26974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23310" y="29077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admin@urban8.com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23310" y="33832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23310" y="35935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23310" y="40690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23310" y="4279392"/>
            <a:ext cx="21602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penuh: master data, lifecycle order, verifikasi, refund, laporan, settings.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9340" y="2057400"/>
            <a:ext cx="109728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9068" y="2057400"/>
            <a:ext cx="2599182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9380" y="2240280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69380" y="26974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69380" y="29077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kasir@urban8.com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69380" y="33832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69380" y="35935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69380" y="40690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69380" y="4279392"/>
            <a:ext cx="21602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pembayaran tunai, cetak kuitansi, verifikasi transfer (limited).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95410" y="2057400"/>
            <a:ext cx="109728" cy="4114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5138" y="2057400"/>
            <a:ext cx="2599182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15450" y="2240280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15450" y="26974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15450" y="29077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driver@urban8.com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15450" y="33832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15450" y="3593592"/>
            <a:ext cx="2160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15450" y="406908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15450" y="4279392"/>
            <a:ext cx="216027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order yang ditugaskan, status keberangkatan kendaraan.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E2E 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Playwright headless Chromium · viewport 1920×1080 · full-page screenshots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5831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97580" y="2651760"/>
            <a:ext cx="25831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3497580" y="425196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2651760"/>
            <a:ext cx="25831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080760" y="425196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63940" y="2651760"/>
            <a:ext cx="25831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8663940" y="425196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use case ter-cover dari 27 yang dipetakan di UML AS-BUILT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5532120"/>
            <a:ext cx="6675120" cy="274320"/>
          </a:xfrm>
          <a:prstGeom prst="rect">
            <a:avLst/>
          </a:prstGeom>
          <a:solidFill>
            <a:srgbClr val="1A2845"/>
          </a:solidFill>
          <a:ln w="12700">
            <a:solidFill>
              <a:srgbClr val="1A28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5532120"/>
            <a:ext cx="5686213" cy="2743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5852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23/27 (85%)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Registrasi &amp; Login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baru dapat membuat akun dan masuk ke sistem. Akun terverifikasi via email + password yang di-hash bcrypt.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· Registrasi &amp; Login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Halaman Registrasi Customer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/register   ·   Component: Form registrasi   ·   Kondisi: Initial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01-register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· Registrasi &amp; Login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Registrasi Filled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/register   ·   Component: Form filled   ·   Kondisi: Filled with valid data</a:t>
            </a:r>
            <a:endParaRPr lang="en-US" sz="1100" dirty="0"/>
          </a:p>
        </p:txBody>
      </p:sp>
      <p:pic>
        <p:nvPicPr>
          <p:cNvPr id="8" name="Image 0" descr="/mnt/c/laragon/www/rent-car/docs/qa-reports/screenshots/uc01-register-fill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· Registrasi &amp; Login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Register Submit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/register   ·   Component: Submit success   ·   Kondisi: Setelah register sukses</a:t>
            </a:r>
            <a:endParaRPr lang="en-US" sz="1100" dirty="0"/>
          </a:p>
        </p:txBody>
      </p:sp>
      <p:pic>
        <p:nvPicPr>
          <p:cNvPr id="8" name="Image 0" descr="/mnt/c/laragon/www/rent-car/docs/qa-reports/screenshots/uc01-register-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Email: qa.1779656777428@urban8.local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· Registrasi &amp; Login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Halaman Login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/login   ·   Component: Form login   ·   Kondisi: Initial</a:t>
            </a:r>
            <a:endParaRPr lang="en-US" sz="1100" dirty="0"/>
          </a:p>
        </p:txBody>
      </p:sp>
      <p:pic>
        <p:nvPicPr>
          <p:cNvPr id="8" name="Image 0" descr="/mnt/c/laragon/www/rent-car/docs/qa-reports/screenshots/uc01b-login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Katalog &amp; Detail Kendaraan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/ 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Pengunjung dan customer dapat melihat seluruh kendaraan yang tersedia, filter per kategori, dan lihat detail spesifikasi.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· Browse Katalog &amp; Detail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Katalog (publik)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List kategori/kendaraan   ·   Kondisi: Anonymous browse</a:t>
            </a:r>
            <a:endParaRPr lang="en-US" sz="1100" dirty="0"/>
          </a:p>
        </p:txBody>
      </p:sp>
      <p:pic>
        <p:nvPicPr>
          <p:cNvPr id="8" name="Image 0" descr="/mnt/c/laragon/www/rent-car/docs/qa-reports/screenshots/uc02-catalog-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· Browse Katalog &amp; Detail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 Kategori/Kendaraan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Halaman detail   ·   Kondisi: Click katalog item</a:t>
            </a:r>
            <a:endParaRPr lang="en-US" sz="1100" dirty="0"/>
          </a:p>
        </p:txBody>
      </p:sp>
      <p:pic>
        <p:nvPicPr>
          <p:cNvPr id="8" name="Image 0" descr="/mnt/c/laragon/www/rent-car/docs/qa-reports/screenshots/uc02-catalog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Mulai Buat Order Kendaraan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Rental Order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memilih kendaraan dari katalog, modal order step-by-step terbuka. Step 1: detail kendaraan + spesifikasi.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· Mulai Buat Order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Non-loyal customer — Mulai Buat Order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Catalog list (logged-in)   ·   Kondisi: Customer logged-in browsing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nonloyal-order-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· Mulai Buat Order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Non-loyal customer — Modal Order Step 1 Detail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Vehicle order modal   ·   Kondisi: Step 1 Detail kendaraan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nonloyal-order-modal-step1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· Mulai Buat Order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 — Mulai Buat Order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Catalog list (logged-in)   ·   Kondisi: Customer logged-in browsing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loyal-order-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· Mulai Buat Order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 — Modal Order Step 1 Detail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Vehicle order modal   ·   Kondisi: Step 1 Detail kendaraan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loyal-order-modal-step1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Order — Durasi &amp; Lokasi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Rental Order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customer mengisi durasi sewa, satuan (jam/hari), waktu mulai, opsi pickup, dan alamat pengantaran.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 · Form Order — Durasi &amp; Lokasi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Non-loyal customer — Modal Order Step 2 Form Sewa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Order form fields   ·   Kondisi: Step 2 Durasi/unit/waktu/lokasi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nonloyal-order-modal-step2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 · Form Order — Durasi &amp; Lokasi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 — Modal Order Step 2 Form Sewa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Order form fields   ·   Kondisi: Step 2 Durasi/unit/waktu/lokasi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loyal-order-modal-step2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Hitung Tarif Otomatis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/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Engine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otomatis menghitung total tarif berdasarkan PricingRule (per kategori + unit) + biaya luar kota +20%. Updated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 · Hitung Tarif Otomatis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Non-loyal customer — Modal Order Step 2 Hitung Tarif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Auto-quote panel   ·   Kondisi: Estimasi total muncul setelah durasi diisi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nonloyal-order-modal-step2-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 · Hitung Tarif Otomatis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 — Modal Order Step 2 Hitung Tarif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Auto-quote panel   ·   Kondisi: Estimasi total muncul setelah durasi diisi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loyal-order-modal-step2-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Pilih Pengemudi (Loyal Privilege)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Loyal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Selection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customer pilih driver. Loyal customer dapat memilih driver spesifik. Non-loyal melihat list tapi disabled (auto-assign oleh admin).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 · Pilih Pengemudi (Loyal Privilege)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Non-loyal customer — Modal Order Step 3 Pilih Supir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Driver selection in order modal   ·   Kondisi: Driver cards tetap tampil tapi disabled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nonloyal-order-modal-step3-dri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 · Pilih Pengemudi (Loyal Privilege)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 — Modal Order Step 3 Pilih Supir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/catalog   ·   Component: Driver selection in order modal   ·   Kondisi: Driver cards selectable untuk loyal customer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03-loyal-order-modal-step3-dri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 · Pilih Pengemudi (Loyal Privilege)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Supir (loyal customer dapat memilih)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/drivers   ·   Component: Driver list   ·   Kondisi: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06-driver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Pesan Shuttle Bandara/Stasiun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Shuttle Order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pesan shuttle dengan ShuttleTariff fixed price. Pickup point + destinasi + jadwal jemput.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UC-08 · Pesan Shuttle Bandara/Stasiun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Pesan Shuttle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/shuttle   ·   Component: Form shuttle   ·   Kondisi: Render form</a:t>
            </a:r>
            <a:endParaRPr lang="en-US" sz="1100" dirty="0"/>
          </a:p>
        </p:txBody>
      </p:sp>
      <p:pic>
        <p:nvPicPr>
          <p:cNvPr id="8" name="Image 0" descr="/mnt/c/laragon/www/rent-car/docs/qa-reports/screenshots/uc08-shuttle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Verifikasi Pembayaran Transfer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/ Kasir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Verification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Admin/Kasir verifikasi bukti transfer. Approve → status WaitingVerification → Paid. Reject → kembali Unpaid + alasan.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 · Verifikasi Pembayaran Transfer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Halaman Verifikasi Transfer (Admin)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   ·   Component: Pending verification list   ·   Kondisi: Render verifikasi list</a:t>
            </a:r>
            <a:endParaRPr lang="en-US" sz="1100" dirty="0"/>
          </a:p>
        </p:txBody>
      </p:sp>
      <p:pic>
        <p:nvPicPr>
          <p:cNvPr id="8" name="Image 0" descr="/mnt/c/laragon/www/rent-car/docs/qa-reports/screenshots/uc11-admin-verif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 · Verifikasi Pembayaran Transfer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Verifikasi Pembayaran (Setujui)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   ·   Component: Approve payment dialog   ·   Kondisi: Trigger row "Setujui"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1-verify-approve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 · Verifikasi Pembayaran Transfer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Tolak Pembayaran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   ·   Component: Reject payment dialog   ·   Kondisi: Trigger row "Tolak"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1-verify-reject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UC-11 · Verifikasi Pembayaran Transfer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Verifikasi Transfer (Kasir)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   ·   Component: Verifikasi tabs   ·   Kondisi: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1-kasir-verif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&amp; Cetak Kuitansi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/ Kasir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Paid, sistem auto-generate Receipt dengan kode KWT-DEMO-####. Kasir bisa preview dan cetak.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UC-12 · Generate &amp; Cetak Kuitansi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Kwitansi (link receipt visible)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   ·   Component: Receipt link visible   ·   Kondisi: List dengan tombol Lihat Bukti/Kwitansi</a:t>
            </a:r>
            <a:endParaRPr lang="en-US" sz="1100" dirty="0"/>
          </a:p>
        </p:txBody>
      </p:sp>
      <p:pic>
        <p:nvPicPr>
          <p:cNvPr id="8" name="Image 0" descr="/mnt/c/laragon/www/rent-car/docs/qa-reports/screenshots/uc12-kasir-receipt-l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Kendaraan &amp; Kategori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Master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penuh atas Vehicle (plate, brand, model, kapasitas, tarif harian, status) dan VehicleCategory.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 · Kelola Kendaraan &amp; Kategori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Kendaraan (List)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/admin/vehicles   ·   Component: Vehicles index   ·   Kondisi: List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3-vehicles-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 · Kelola Kendaraan &amp; Kategori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Tambah Kendaraan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/admin/vehicles   ·   Component: Add vehicle dialog   ·   Kondisi: Trigger tombol "+ Tambah Kendaraan"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3-vehicles-add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 · Kelola Kendaraan &amp; Kategori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Edit Kendaraan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/admin/vehicles   ·   Component: Edit vehicle dialog   ·   Kondisi: Trigger row "Edit"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3-vehicles-edit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 · Kelola Kendaraan &amp; Kategori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Kategori Kendaraan (List)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/admin/vehicle-categories   ·   Component: Categories index   ·   Kondisi: List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3-categories-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UC-13 · Kelola Kendaraan &amp; Kategori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Tambah Kategori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/admin/vehicle-categories   ·   Component: Add category dialog   ·   Kondisi: Trigger tombol Tambah</a:t>
            </a:r>
            <a:endParaRPr lang="en-US" sz="1100" dirty="0"/>
          </a:p>
        </p:txBody>
      </p:sp>
      <p:pic>
        <p:nvPicPr>
          <p:cNvPr id="8" name="Image 0" descr="/mnt/c/laragon/www/rent-car/docs/qa-reports/screenshots/uc13-categories-add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Pricing Rule &amp; Overtime Penalty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tarif per kategori per RentalUnit (Hour/Day) dan denda overtime per jam keterlambatan.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UC-14 · Kelola Pricing Rule &amp; Overtime Penalty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Pricing Rule (List + Form Inline)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/admin/pricing-rules   ·   Component: Pricing rule list + inline form   ·   Kondisi: List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4-pricing-ru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UC-14 · Kelola Pricing Rule &amp; Overtime Penalty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Edit Pricing Rule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/admin/pricing-rules   ·   Component: Edit pricing dialog   ·   Kondisi: Trigger row "Edit"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4-pricing-edit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UC-14 · Kelola Pricing Rule &amp; Overtime Penalty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Overtime Penalty (List + Form Inline)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/admin/pricing-rules   ·   Component: Overtime tab + inline form   ·   Kondisi: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4-over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UC-14 · Kelola Pricing Rule &amp; Overtime Penalty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Edit Overtime Penalty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/admin/pricing-rules   ·   Component: Edit overtime dialog   ·   Kondisi: Trigger row "Edit" di tab Overtime</a:t>
            </a:r>
            <a:endParaRPr lang="en-US" sz="1100" dirty="0"/>
          </a:p>
        </p:txBody>
      </p:sp>
      <p:pic>
        <p:nvPicPr>
          <p:cNvPr id="8" name="Image 0" descr="/mnt/c/laragon/www/rent-car/docs/qa-reports/screenshots/uc14-overtime-edit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Data Pengemudi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Master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driver: nama, SIM, nomor HP, status (aktif/nonaktif). Driver dapat di-assign ke order.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UC-15 · Kelola Data Pengemudi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Data Supir (List)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/admin/drivers   ·   Component: Drivers index   ·   Kondisi: List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5-driv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UC-15 · Kelola Data Pengemudi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Tambah Supir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/admin/drivers   ·   Component: Add driver dialog   ·   Kondisi: Trigger "+ Tambah Pengemudi"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5-drivers-add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Order — Dispatch &amp; Cancel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Lifecycle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kirim kendaraan (Paid → ReadyToDispatch → Ongoing) atau batalkan order. Cancel after Paid trigger refund flow.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 · Lifecycle Order — Dispatch &amp; Cancel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Order Lifecycle — 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   ·   Component: Orders index   ·   Kondisi: List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6-order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 · Lifecycle Order — Dispatch &amp; Cancel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Order Lifecycle — Detail (ReadyToDispatch)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/admin/orders/ORD-DEMO-0004   ·   Component: Action buttons   ·   Kondisi: Detail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6-order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 · Lifecycle Order — Dispatch &amp; Cancel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Kirim Kendaraan (Dispatch)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/admin/orders/ORD-DEMO-0004   ·   Component: Dispatch dialog   ·   Kondisi: Trigger "Kirim Kendaraan"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6-dispatch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UC-16 · Lifecycle Order — Dispatch &amp; Cancel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Cancel Order (Admin)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/admin/orders/ORD-DEMO-0004   ·   Component: Cancel order dialog   ·   Kondisi: Trigger "Batalkan Pesanan"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6-cancel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Catat Pengembalian Kendaraan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Return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catat actual_return_at saat customer kembalikan kendaraan. Sistem deteksi overtime jika &gt; scheduled return.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UC-17 · Catat Pengembalian Kendaraan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Order — Form Catat Return (Ongoing)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/admin/orders/ORD-DEMO-0005   ·   Component: Return form (inline)   ·   Kondisi: Render form pengembalian</a:t>
            </a:r>
            <a:endParaRPr lang="en-US" sz="1100" dirty="0"/>
          </a:p>
        </p:txBody>
      </p:sp>
      <p:pic>
        <p:nvPicPr>
          <p:cNvPr id="8" name="Image 0" descr="/mnt/c/laragon/www/rent-car/docs/qa-reports/screenshots/uc17-return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Hitung Overtime Penalty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Engine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Auto-hitung denda overtime: ceil(menit_terlambat / 60) * tarif_per_jam dari OvertimePenalty. Status order → WaitingOvertimePayment.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UC-18 · Hitung Overtime Penalty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Hitung Overtime (panel di detail)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/admin/orders/ORD-DEMO-0004   ·   Component: Overtime panel   ·   Kondisi: Display</a:t>
            </a:r>
            <a:endParaRPr lang="en-US" sz="1100" dirty="0"/>
          </a:p>
        </p:txBody>
      </p:sp>
      <p:pic>
        <p:nvPicPr>
          <p:cNvPr id="8" name="Image 0" descr="/mnt/c/laragon/www/rent-car/docs/qa-reports/screenshots/uc18-overtime-disp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Tarif Shuttle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Shuttle Master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ShuttleTariff: pickup point, destinasi, jarak (km), durasi estimasi, tarif fixed.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UC-19 · Kelola Tarif Shuttle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Tarif Shuttle (List + Form Inline)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/admin/shuttle-tariffs   ·   Component: Shuttle tariff list + inline form   ·   Kondisi: List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19-shuttle-tariff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UC-19 · Kelola Tarif Shuttle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Edit Tarif Shuttle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/admin/shuttle-tariffs   ·   Component: Edit shuttle dialog   ·   Kondisi: Trigger row "Edit"</a:t>
            </a:r>
            <a:endParaRPr lang="en-US" sz="1100" dirty="0"/>
          </a:p>
        </p:txBody>
      </p:sp>
      <p:pic>
        <p:nvPicPr>
          <p:cNvPr id="8" name="Image 0" descr="/mnt/c/laragon/www/rent-car/docs/qa-reports/screenshots/uc19-shuttle-edit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Selesaikan Order (Complete)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Lifecycle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tandai order Completed setelah seluruh pembayaran (incl overtime) sudah verified. Order tertutup.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UC-20 · Selesaikan Order (Complete)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Order — Detail (WaitingOvertimePayment)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/admin/orders/ORD-DEMO-0006   ·   Component: Complete button   ·   Kondisi: Detail render dengan tombol Complete</a:t>
            </a:r>
            <a:endParaRPr lang="en-US" sz="1100" dirty="0"/>
          </a:p>
        </p:txBody>
      </p:sp>
      <p:pic>
        <p:nvPicPr>
          <p:cNvPr id="8" name="Image 0" descr="/mnt/c/laragon/www/rent-car/docs/qa-reports/screenshots/uc20-complete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UC-20 · Selesaikan Order (Complete)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Complete Order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/admin/orders/ORD-DEMO-0006   ·   Component: Complete dialog   ·   Kondisi: Trigger "Selesaikan Pesanan"</a:t>
            </a:r>
            <a:endParaRPr lang="en-US" sz="1100" dirty="0"/>
          </a:p>
        </p:txBody>
      </p:sp>
      <p:pic>
        <p:nvPicPr>
          <p:cNvPr id="8" name="Image 0" descr="/mnt/c/laragon/www/rent-car/docs/qa-reports/screenshots/uc20-complete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Operasional Admin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operasional: order hari ini, pembayaran pending, kendaraan tersedia, revenue periode.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UC-21 · Dashboard Operasional Admin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 Operasional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/admin/dashboard   ·   Component: KPI cards + chart   ·   Kondisi: Render dashboard</a:t>
            </a:r>
            <a:endParaRPr lang="en-US" sz="1100" dirty="0"/>
          </a:p>
        </p:txBody>
      </p:sp>
      <p:pic>
        <p:nvPicPr>
          <p:cNvPr id="8" name="Image 0" descr="/mnt/c/laragon/www/rent-car/docs/qa-reports/screenshots/uc21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Laporan &amp; Settings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laporan transaksi &amp; revenue per periode. Konfigurasi setting global (PPN, biaya admin, dll).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UC-22 · Generate Laporan &amp; Settings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Laporan Transaksi &amp; Revenue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/admin/reports   ·   Component: Reports page   ·   Kondisi: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22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UC-22 · Generate Laporan &amp; Settings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Settings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/admin/settings   ·   Component: Settings page   ·   Kondisi: Render</a:t>
            </a:r>
            <a:endParaRPr lang="en-US" sz="1100" dirty="0"/>
          </a:p>
        </p:txBody>
      </p:sp>
      <p:pic>
        <p:nvPicPr>
          <p:cNvPr id="8" name="Image 0" descr="/mnt/c/laragon/www/rent-car/docs/qa-reports/screenshots/uc22-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Audit Log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AuditLogger backend service mencatat seluruh perubahan kritis (login, payment, dispatch, refund). UI viewer optional.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UC-23 · View Audit Log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Audit Log (route belum ter-expose)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/admin/dashboard   ·   Component: Audit log surface   ·   Kondisi: Tidak ada route admin/audit-logs</a:t>
            </a:r>
            <a:endParaRPr lang="en-US" sz="1100" dirty="0"/>
          </a:p>
        </p:txBody>
      </p:sp>
      <p:pic>
        <p:nvPicPr>
          <p:cNvPr id="8" name="Image 0" descr="/mnt/c/laragon/www/rent-car/docs/qa-reports/screenshots/uc23-audit-logs-n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Audit log via service AuditLogger; tidak ada UI list eksplisit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Riwayat Order &amp; Cancel Customer-side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History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lihat riwayat seluruh order (Paid, Ongoing, Completed, Cancelled). Bisa cancel order dengan status PendingPayment/WaitingVerification.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UC-25 · Riwayat Order &amp; Cancel Customer-side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Riwayat Order Customer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/orders   ·   Component: Orders list   ·   Kondisi: Render list</a:t>
            </a:r>
            <a:endParaRPr lang="en-US" sz="1100" dirty="0"/>
          </a:p>
        </p:txBody>
      </p:sp>
      <p:pic>
        <p:nvPicPr>
          <p:cNvPr id="8" name="Image 0" descr="/mnt/c/laragon/www/rent-car/docs/qa-reports/screenshots/uc25-orders-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Dashboard Redirect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Routing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login, sistem redirect berdasarkan role: Customer → /dashboard, Admin → /admin, Kasir → /kasir, Driver → /driver.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UC-26 · Role-based Dashboard Redirect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Customer (role redirect)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/dashboard   ·   Component: Auto-redirect   ·   Kondisi: Customer login</a:t>
            </a:r>
            <a:endParaRPr lang="en-US" sz="1100" dirty="0"/>
          </a:p>
        </p:txBody>
      </p:sp>
      <p:pic>
        <p:nvPicPr>
          <p:cNvPr id="8" name="Image 0" descr="/mnt/c/laragon/www/rent-car/docs/qa-reports/screenshots/uc26-custome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UC-26 · Role-based Dashboard Redirect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redirect Admin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/admin/dashboard   ·   Component: Auto-redirect   ·   Kondisi: Admin login</a:t>
            </a:r>
            <a:endParaRPr lang="en-US" sz="1100" dirty="0"/>
          </a:p>
        </p:txBody>
      </p:sp>
      <p:pic>
        <p:nvPicPr>
          <p:cNvPr id="8" name="Image 0" descr="/mnt/c/laragon/www/rent-car/docs/qa-reports/screenshots/uc26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UC-26 · Role-based Dashboard Redirect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redirect Kasir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/admin/dashboard   ·   Component: Auto-redirect   ·   Kondisi: Kasir login</a:t>
            </a:r>
            <a:endParaRPr lang="en-US" sz="1100" dirty="0"/>
          </a:p>
        </p:txBody>
      </p:sp>
      <p:pic>
        <p:nvPicPr>
          <p:cNvPr id="8" name="Image 0" descr="/mnt/c/laragon/www/rent-car/docs/qa-reports/screenshots/uc26-kasi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UC-26 · Role-based Dashboard Redirect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redirect Driver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/driver/dashboard   ·   Component: Auto-redirect   ·   Kondisi: Driver login</a:t>
            </a:r>
            <a:endParaRPr lang="en-US" sz="1100" dirty="0"/>
          </a:p>
        </p:txBody>
      </p:sp>
      <p:pic>
        <p:nvPicPr>
          <p:cNvPr id="8" name="Image 0" descr="/mnt/c/laragon/www/rent-car/docs/qa-reports/screenshots/uc26-drive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 Pembayaran (Admin)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Refund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3657600"/>
            <a:ext cx="3383280" cy="1097280"/>
          </a:xfrm>
          <a:prstGeom prst="rect">
            <a:avLst/>
          </a:prstGeom>
          <a:solidFill>
            <a:srgbClr val="152355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refund payment Paid via tab Refund. Modal isi alasan (min 5 char). Payment Paid → Refunded, order terkait di-cancel + audit log.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UC-27 · Refund Pembayaran (Admin)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 — Paid tab 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/admin/payments/verification?tab=paid   ·   Component: Paid tab   ·   Kondisi: List pembayaran Paid yang bisa di-refund</a:t>
            </a:r>
            <a:endParaRPr lang="en-US" sz="1100" dirty="0"/>
          </a:p>
        </p:txBody>
      </p:sp>
      <p:pic>
        <p:nvPicPr>
          <p:cNvPr id="8" name="Image 0" descr="/mnt/c/laragon/www/rent-car/docs/qa-reports/screenshots/uc27-refund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UC-27 · Refund Pembayaran (Admin)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064240" y="10972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1097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Refund Pembayaran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/admin/payments/verification?tab=paid   ·   Component: Refund dialog   ·   Kondisi: Trigger row "Refund"</a:t>
            </a:r>
            <a:endParaRPr lang="en-US" sz="1100" dirty="0"/>
          </a:p>
        </p:txBody>
      </p:sp>
      <p:pic>
        <p:nvPicPr>
          <p:cNvPr id="8" name="Image 0" descr="/mnt/c/laragon/www/rent-car/docs/qa-reports/screenshots/uc27-refund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1051560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 · Rent-Car Urban8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Book selesai.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 ini disusun otomatis dari hasil E2E walkthrough Playwright + screenshot 1920×1080. Setiap step diverifikasi headless lawan rent-car-dev docker stack.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tests/qa/run-e2e-walkthrough.mjs &amp;&amp; node tests/qa/render-report.mjs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screenshot: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docs/qa-reports/screenshots/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Urban8 Engineering · Internal Documentation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Urban8 Rent-Car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Book — Rent-Car (Urban8)</dc:title>
  <dc:subject>Panduan Pemakaian Aplikasi &amp; Demo Modul</dc:subject>
  <dc:creator>Engineer Urban8</dc:creator>
  <cp:lastModifiedBy>Engineer Urban8</cp:lastModifiedBy>
  <cp:revision>1</cp:revision>
  <dcterms:created xsi:type="dcterms:W3CDTF">2026-05-24T21:39:26Z</dcterms:created>
  <dcterms:modified xsi:type="dcterms:W3CDTF">2026-05-24T21:39:26Z</dcterms:modified>
</cp:coreProperties>
</file>